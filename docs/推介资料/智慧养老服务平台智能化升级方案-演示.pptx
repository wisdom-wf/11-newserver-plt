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智慧养老服务平台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智能化升级方案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01  市场机遇 &amp; 挑战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02  现有系统评估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03  智能化升级方案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04  核心价值主张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05  AI能力详解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06  IoT物联网集成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07  实施计划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08  投资回报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01  市场机遇 &amp; 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【政策利好】《智慧养老示范城市建设》财政补贴最高50%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【市场规模】2026年预计7.5万亿，年增长率15%+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【行业痛点】服务响应慢、健康风险难预测、人工成本高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【行业痛点】服务质量难把控、数据孤岛、监管存在盲区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【升级窗口期】技术成熟 + 政策支持 + 竞争态势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现在是最佳升级时机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技术成熟：LLM大模型能力已达到商用水平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基础设施：现有系统稳定，可平滑升级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政策支持：智慧养老专项补贴最高可达50%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竞争态势：竞品尚未大规模AI化，先发优势明显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错过这个窗口期，可能要落后竞争对手2-3年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02  现有系统评估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业务覆盖 ★★★★★  |  数据积累 ★★★★☆  |  用户体验 ★★★☆☆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智能化程度 ★★☆☆☆  |  IoT集成 ★☆☆☆☆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差距分析：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数据采集 ────────────→ 数据洞察        人工客服 ────────────→ 智能问答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被动响应 ────────────→ 主动预警        人工派单 ────────────→ AI调度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事后质检 ────────────→ 实时评估        数据孤岛 ────────────→ IoT融合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03  智能化升级方案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【用户层】老人、家属、服务人员、运营商、政府监管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【智能交互层】AI智能客服 │ 智能助手 │ 语音交互 │ 多端适配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【AI能力层】智能客服 │ 健康预测 │ 智能调度 │ AI评估 │ 异常预警 │ 数据洞察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【IoT融合层】智能床垫 │ 血压计 │ 燃气报警 │ GPS定位 │ 紧急呼叫 │ 智能药盒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【数据中台】用户数据 │ 服务数据 │ 健康数据 │ IoT数据 │ 运营数据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12个月升级路线图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2251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33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033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内容与价值产出</a:t>
                      </a:r>
                    </a:p>
                  </a:txBody>
                  <a:tcPr>
                    <a:solidFill>
                      <a:srgbClr val="00337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一期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1-2月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AI客服上线 → 释放70%人工客服压力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二期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3-4月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IoT预警上线 → 紧急事件响应提速80%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三期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5-6月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智能调度上线 → 服务效率提升30%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四期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7-8月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AI评估上线 → 服务质量全覆盖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五期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9-10月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健康预测上线 → 主动健康管理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六期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11-12月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数据洞察上线 → 辅助精准决策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04  核心价值主张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【效率提升】AI替代人工 → 70%客服工作量，秒级响应7×24在线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【成本降低】优化资源配置 → 智能调度降低20%交通成本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【风险管控】预警于未然 → 健康预警提前发现风险，降低30%紧急事件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【服务升级】从被动到主动 → 从被动响应到主动关怀，提升满意度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三位一体  效率 │ 成本 │ 风控  全面提升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05  AI能力详解 - 智能客服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用户："我想预约助餐服务"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        ↓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意图识别：预约助餐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        ↓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知识库检索：查询可预约时间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        ↓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AI助手："本周可预约时间为..."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核心能力：意图识别 │ 知识库问答 │ 多轮对话 │ 情绪识别 │ 无缝转人工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效果：响应速度10分→30秒 │ 问题解决率65%→85% │ 人工成本降低60%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AI健康预测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【输入】血压数据 │ 血糖数据 │ 服务记录 │ 投诉记录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        ↓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【AI时序预测模型】LightGBM + LSTM 深度学习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        ↓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【输出】风险评分 │ 预警等级 │ 干预建议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预警场景：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• 血压持续升高 → 提前3天预警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• 血糖波动异常 → 提醒就医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• 睡眠质量骤降 → 健康关怀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• 活动量突然减少 → 确认安全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AI智能调度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新订单 → AI派单引擎 → 最优服务人员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AI派单策略权重：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• 距离最近 30%  - 服务人员到老人家距离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• 技能匹配 25%  - 服务人员技能与服务类型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• 负载均衡 20%  - 避免部分人员过忙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• 历史评价 15%  - 服务人员历史评分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• 熟悉度 10%    - 优先派给熟悉的老人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效果对比：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升级前：人工派单→效率低 │ 空跑率高→成本高 │ 分配不均→满意度低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升级后：AI派单→秒级响应 │ 空跑率降低20% │ 满意度提升25%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06  IoT异常预警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设备层 → 预警场景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智能床垫 ────→ 离床超时 → 电话确认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燃气报警 ────→ 燃气泄漏 → 立即报警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智能手环 ────→ 心率异常 → 医疗建议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GPS定位 ────→ 走失风险 → 协助寻找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紧急呼叫 ────→ 一键求助 → 联动救援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预警分级：红色(立即) → 橙色(5分钟) → 黄色(30分) → 蓝色(24h)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07  实施计划 - 里程碑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2251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0033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033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0033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验收标准</a:t>
                      </a:r>
                    </a:p>
                  </a:txBody>
                  <a:tcPr>
                    <a:solidFill>
                      <a:srgbClr val="00337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第2个月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AI客服系统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问题解决率≥75%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第4个月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IoT监控平台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设备接入≥5类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第6个月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智能调度系统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派单效率提升≥25%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第8个月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AI评估系统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覆盖率≥90%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第10个月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健康预测系统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预警准确率≥80%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第12个月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数据洞察系统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查询准确率≥85%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08  投资回报分析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【投资估算】        【效益估算】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AI能力开发 180万    人工节省 150万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IoT平台 120万      效率提升 80万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系统升级 80万      事件减少 60万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硬件投入 60万      投诉减少 30万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培训推广 30万      政府补贴 100万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年度运维 50万      年效益 420万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────────────────────────────────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合计 520万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【关键指标】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投资回收期：14个月    3年ROI：220%    5年ROI：480%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政策补贴：智慧养老示范项目最高50%（200万）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为什么选择我们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8年+ 养老行业深耕经验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产品设计：深耕养老行业8年，理解业务本质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AI技术：自研LLM应用平台，成熟的知识库问答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IoT集成：丰富的设备对接经验，支持主流协议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成功案例：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• 某省会城市：客服效率↑ 问题解决85%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• 某发达城市：调度效率↑ 空跑率↓25%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• 某县级项目：人工成本↓ 紧急响应↑70%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合作方式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【总包交付】交钥匙工程，12个月交付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【分期建设】按需建设，滚动升级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【运营分成】效果付费，长期合作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【定制开发】按需定制，深度适配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服务保障：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✓ 里程碑验收  ✓ 效果保障  ✓ 培训支持  ✓ 7×24运维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下一步行动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第一周：需求调研 → 方案细化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第二周：商务洽谈 → 合同签署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第三周：项目启动 → 详细设计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第四周起：开发实施 → 里程碑交付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• 期待与您合作！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智慧养老服务平台智能化升级方案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